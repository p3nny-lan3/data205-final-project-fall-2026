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3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62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8A863-A990-4D2B-8683-98D8E7729D24}" v="56" dt="2026-10-22T14:35:35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n Hwang" userId="91cc904d50053a91" providerId="LiveId" clId="{3A381AA3-BCBE-4689-9457-40C3D786D725}"/>
    <pc:docChg chg="undo custSel addSld modSld sldOrd addMainMaster delMainMaster modMainMaster">
      <pc:chgData name="Rin Hwang" userId="91cc904d50053a91" providerId="LiveId" clId="{3A381AA3-BCBE-4689-9457-40C3D786D725}" dt="2026-10-22T15:15:46.347" v="2408" actId="20577"/>
      <pc:docMkLst>
        <pc:docMk/>
      </pc:docMkLst>
      <pc:sldChg chg="addSp delSp modSp new mod setBg modClrScheme addAnim delAnim modAnim setClrOvrMap delDesignElem chgLayout">
        <pc:chgData name="Rin Hwang" userId="91cc904d50053a91" providerId="LiveId" clId="{3A381AA3-BCBE-4689-9457-40C3D786D725}" dt="2026-10-22T00:32:51.667" v="817"/>
        <pc:sldMkLst>
          <pc:docMk/>
          <pc:sldMk cId="141851415" sldId="256"/>
        </pc:sldMkLst>
        <pc:spChg chg="mod">
          <ac:chgData name="Rin Hwang" userId="91cc904d50053a91" providerId="LiveId" clId="{3A381AA3-BCBE-4689-9457-40C3D786D725}" dt="2026-10-21T17:58:56.107" v="121" actId="14100"/>
          <ac:spMkLst>
            <pc:docMk/>
            <pc:sldMk cId="141851415" sldId="256"/>
            <ac:spMk id="2" creationId="{5DF17E00-D2E0-1929-12DA-17F80B77F03E}"/>
          </ac:spMkLst>
        </pc:spChg>
        <pc:spChg chg="mod">
          <ac:chgData name="Rin Hwang" userId="91cc904d50053a91" providerId="LiveId" clId="{3A381AA3-BCBE-4689-9457-40C3D786D725}" dt="2026-10-21T17:58:34.670" v="118" actId="26606"/>
          <ac:spMkLst>
            <pc:docMk/>
            <pc:sldMk cId="141851415" sldId="256"/>
            <ac:spMk id="3" creationId="{37BEF739-814C-9B67-6392-B22009CA38CE}"/>
          </ac:spMkLst>
        </pc:spChg>
        <pc:spChg chg="add del">
          <ac:chgData name="Rin Hwang" userId="91cc904d50053a91" providerId="LiveId" clId="{3A381AA3-BCBE-4689-9457-40C3D786D725}" dt="2026-10-21T17:54:08.523" v="77" actId="26606"/>
          <ac:spMkLst>
            <pc:docMk/>
            <pc:sldMk cId="141851415" sldId="256"/>
            <ac:spMk id="6" creationId="{17115F77-2FAE-4CA7-9A7F-10D5F2C8F831}"/>
          </ac:spMkLst>
        </pc:spChg>
        <pc:spChg chg="add del">
          <ac:chgData name="Rin Hwang" userId="91cc904d50053a91" providerId="LiveId" clId="{3A381AA3-BCBE-4689-9457-40C3D786D725}" dt="2026-10-21T17:54:08.523" v="77" actId="26606"/>
          <ac:spMkLst>
            <pc:docMk/>
            <pc:sldMk cId="141851415" sldId="256"/>
            <ac:spMk id="7" creationId="{5CD4C046-A04C-46CC-AFA3-6B0621F628C8}"/>
          </ac:spMkLst>
        </pc:spChg>
        <pc:spChg chg="add del">
          <ac:chgData name="Rin Hwang" userId="91cc904d50053a91" providerId="LiveId" clId="{3A381AA3-BCBE-4689-9457-40C3D786D725}" dt="2026-10-21T17:54:08.523" v="77" actId="26606"/>
          <ac:spMkLst>
            <pc:docMk/>
            <pc:sldMk cId="141851415" sldId="256"/>
            <ac:spMk id="8" creationId="{BC512124-0D13-4ED9-80B7-52AE15B6B41F}"/>
          </ac:spMkLst>
        </pc:spChg>
        <pc:spChg chg="add del">
          <ac:chgData name="Rin Hwang" userId="91cc904d50053a91" providerId="LiveId" clId="{3A381AA3-BCBE-4689-9457-40C3D786D725}" dt="2026-10-21T01:19:23.129" v="3" actId="26606"/>
          <ac:spMkLst>
            <pc:docMk/>
            <pc:sldMk cId="141851415" sldId="256"/>
            <ac:spMk id="9" creationId="{60E52DF2-6802-459B-AC2A-AF976DEB1DAB}"/>
          </ac:spMkLst>
        </pc:spChg>
        <pc:spChg chg="add del">
          <ac:chgData name="Rin Hwang" userId="91cc904d50053a91" providerId="LiveId" clId="{3A381AA3-BCBE-4689-9457-40C3D786D725}" dt="2026-10-21T17:54:08.523" v="77" actId="26606"/>
          <ac:spMkLst>
            <pc:docMk/>
            <pc:sldMk cId="141851415" sldId="256"/>
            <ac:spMk id="10" creationId="{D4ABACDC-BD54-40F3-9047-8298C77C2DD6}"/>
          </ac:spMkLst>
        </pc:spChg>
        <pc:spChg chg="add del">
          <ac:chgData name="Rin Hwang" userId="91cc904d50053a91" providerId="LiveId" clId="{3A381AA3-BCBE-4689-9457-40C3D786D725}" dt="2026-10-21T17:54:14.842" v="82"/>
          <ac:spMkLst>
            <pc:docMk/>
            <pc:sldMk cId="141851415" sldId="256"/>
            <ac:spMk id="12" creationId="{57F231E5-F402-49E1-82B4-C762909ED227}"/>
          </ac:spMkLst>
        </pc:spChg>
        <pc:spChg chg="add del">
          <ac:chgData name="Rin Hwang" userId="91cc904d50053a91" providerId="LiveId" clId="{3A381AA3-BCBE-4689-9457-40C3D786D725}" dt="2026-10-21T01:19:41.448" v="7" actId="26606"/>
          <ac:spMkLst>
            <pc:docMk/>
            <pc:sldMk cId="141851415" sldId="256"/>
            <ac:spMk id="13" creationId="{80B98925-0550-1AFB-C1DC-02792400FB71}"/>
          </ac:spMkLst>
        </pc:spChg>
        <pc:spChg chg="add del">
          <ac:chgData name="Rin Hwang" userId="91cc904d50053a91" providerId="LiveId" clId="{3A381AA3-BCBE-4689-9457-40C3D786D725}" dt="2026-10-21T01:19:41.448" v="7" actId="26606"/>
          <ac:spMkLst>
            <pc:docMk/>
            <pc:sldMk cId="141851415" sldId="256"/>
            <ac:spMk id="15" creationId="{0DBFCB27-760B-5FF3-72F5-581461CE16FD}"/>
          </ac:spMkLst>
        </pc:spChg>
        <pc:spChg chg="add del">
          <ac:chgData name="Rin Hwang" userId="91cc904d50053a91" providerId="LiveId" clId="{3A381AA3-BCBE-4689-9457-40C3D786D725}" dt="2026-10-21T17:54:14.842" v="82"/>
          <ac:spMkLst>
            <pc:docMk/>
            <pc:sldMk cId="141851415" sldId="256"/>
            <ac:spMk id="16" creationId="{515FCC40-AA93-4D3B-90D0-69BC824EAD47}"/>
          </ac:spMkLst>
        </pc:spChg>
        <pc:spChg chg="add del">
          <ac:chgData name="Rin Hwang" userId="91cc904d50053a91" providerId="LiveId" clId="{3A381AA3-BCBE-4689-9457-40C3D786D725}" dt="2026-10-21T17:54:08.523" v="77" actId="26606"/>
          <ac:spMkLst>
            <pc:docMk/>
            <pc:sldMk cId="141851415" sldId="256"/>
            <ac:spMk id="17" creationId="{B76CB7CA-05C2-4EE8-A97F-B5F3A4F89DA4}"/>
          </ac:spMkLst>
        </pc:spChg>
        <pc:spChg chg="add del mod">
          <ac:chgData name="Rin Hwang" userId="91cc904d50053a91" providerId="LiveId" clId="{3A381AA3-BCBE-4689-9457-40C3D786D725}" dt="2026-10-21T17:56:18.344" v="100" actId="26606"/>
          <ac:spMkLst>
            <pc:docMk/>
            <pc:sldMk cId="141851415" sldId="256"/>
            <ac:spMk id="18" creationId="{A5B44A2B-6648-55D2-3672-D3F7CB2B0F9D}"/>
          </ac:spMkLst>
        </pc:spChg>
        <pc:spChg chg="add del">
          <ac:chgData name="Rin Hwang" userId="91cc904d50053a91" providerId="LiveId" clId="{3A381AA3-BCBE-4689-9457-40C3D786D725}" dt="2026-10-21T17:54:14.842" v="82"/>
          <ac:spMkLst>
            <pc:docMk/>
            <pc:sldMk cId="141851415" sldId="256"/>
            <ac:spMk id="19" creationId="{C162DF2A-64D1-4AA9-BA42-8A4063EADE09}"/>
          </ac:spMkLst>
        </pc:spChg>
        <pc:spChg chg="add del">
          <ac:chgData name="Rin Hwang" userId="91cc904d50053a91" providerId="LiveId" clId="{3A381AA3-BCBE-4689-9457-40C3D786D725}" dt="2026-10-21T17:46:55.036" v="50"/>
          <ac:spMkLst>
            <pc:docMk/>
            <pc:sldMk cId="141851415" sldId="256"/>
            <ac:spMk id="20" creationId="{33E93247-6229-44AB-A550-739E971E690B}"/>
          </ac:spMkLst>
        </pc:spChg>
        <pc:spChg chg="add del">
          <ac:chgData name="Rin Hwang" userId="91cc904d50053a91" providerId="LiveId" clId="{3A381AA3-BCBE-4689-9457-40C3D786D725}" dt="2026-10-21T17:54:14.842" v="82"/>
          <ac:spMkLst>
            <pc:docMk/>
            <pc:sldMk cId="141851415" sldId="256"/>
            <ac:spMk id="21" creationId="{5D7C1373-63AF-4A75-909E-990E05356670}"/>
          </ac:spMkLst>
        </pc:spChg>
        <pc:spChg chg="add del">
          <ac:chgData name="Rin Hwang" userId="91cc904d50053a91" providerId="LiveId" clId="{3A381AA3-BCBE-4689-9457-40C3D786D725}" dt="2026-10-21T17:46:55.036" v="50"/>
          <ac:spMkLst>
            <pc:docMk/>
            <pc:sldMk cId="141851415" sldId="256"/>
            <ac:spMk id="22" creationId="{AAB476BF-4EE2-5243-CABB-6CC72C39BF52}"/>
          </ac:spMkLst>
        </pc:spChg>
        <pc:spChg chg="add del">
          <ac:chgData name="Rin Hwang" userId="91cc904d50053a91" providerId="LiveId" clId="{3A381AA3-BCBE-4689-9457-40C3D786D725}" dt="2026-10-21T17:54:14.842" v="82"/>
          <ac:spMkLst>
            <pc:docMk/>
            <pc:sldMk cId="141851415" sldId="256"/>
            <ac:spMk id="23" creationId="{6F0BA12B-74D1-4DB1-9A3F-C9BA27B81512}"/>
          </ac:spMkLst>
        </pc:spChg>
        <pc:spChg chg="add del">
          <ac:chgData name="Rin Hwang" userId="91cc904d50053a91" providerId="LiveId" clId="{3A381AA3-BCBE-4689-9457-40C3D786D725}" dt="2026-10-21T17:46:55.036" v="50"/>
          <ac:spMkLst>
            <pc:docMk/>
            <pc:sldMk cId="141851415" sldId="256"/>
            <ac:spMk id="24" creationId="{20D28EA4-6F96-F7C6-1D07-5BA5C27387EC}"/>
          </ac:spMkLst>
        </pc:spChg>
        <pc:spChg chg="add del">
          <ac:chgData name="Rin Hwang" userId="91cc904d50053a91" providerId="LiveId" clId="{3A381AA3-BCBE-4689-9457-40C3D786D725}" dt="2026-10-21T17:56:18.327" v="99" actId="26606"/>
          <ac:spMkLst>
            <pc:docMk/>
            <pc:sldMk cId="141851415" sldId="256"/>
            <ac:spMk id="25" creationId="{DB8424AB-D56B-4256-866A-5B54DE93C20F}"/>
          </ac:spMkLst>
        </pc:spChg>
        <pc:spChg chg="add del">
          <ac:chgData name="Rin Hwang" userId="91cc904d50053a91" providerId="LiveId" clId="{3A381AA3-BCBE-4689-9457-40C3D786D725}" dt="2026-10-21T17:46:55.036" v="50"/>
          <ac:spMkLst>
            <pc:docMk/>
            <pc:sldMk cId="141851415" sldId="256"/>
            <ac:spMk id="26" creationId="{FDFF93C5-0576-D227-80A7-4CFBA8791AE4}"/>
          </ac:spMkLst>
        </pc:spChg>
        <pc:spChg chg="add del">
          <ac:chgData name="Rin Hwang" userId="91cc904d50053a91" providerId="LiveId" clId="{3A381AA3-BCBE-4689-9457-40C3D786D725}" dt="2026-10-21T17:56:18.327" v="99" actId="26606"/>
          <ac:spMkLst>
            <pc:docMk/>
            <pc:sldMk cId="141851415" sldId="256"/>
            <ac:spMk id="27" creationId="{FC999C28-AD33-4EB7-A5F1-C06D10A5FDF7}"/>
          </ac:spMkLst>
        </pc:spChg>
        <pc:spChg chg="add del">
          <ac:chgData name="Rin Hwang" userId="91cc904d50053a91" providerId="LiveId" clId="{3A381AA3-BCBE-4689-9457-40C3D786D725}" dt="2026-10-21T17:56:18.327" v="99" actId="26606"/>
          <ac:spMkLst>
            <pc:docMk/>
            <pc:sldMk cId="141851415" sldId="256"/>
            <ac:spMk id="29" creationId="{07CBBDD0-4420-4A50-96AB-392F9B97CF03}"/>
          </ac:spMkLst>
        </pc:spChg>
        <pc:spChg chg="add del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30" creationId="{D4ABACDC-BD54-40F3-9047-8298C77C2DD6}"/>
          </ac:spMkLst>
        </pc:spChg>
        <pc:spChg chg="add del">
          <ac:chgData name="Rin Hwang" userId="91cc904d50053a91" providerId="LiveId" clId="{3A381AA3-BCBE-4689-9457-40C3D786D725}" dt="2026-10-21T17:56:18.327" v="99" actId="26606"/>
          <ac:spMkLst>
            <pc:docMk/>
            <pc:sldMk cId="141851415" sldId="256"/>
            <ac:spMk id="31" creationId="{465BA403-54B9-4A0B-BC79-028C495C038E}"/>
          </ac:spMkLst>
        </pc:spChg>
        <pc:spChg chg="add del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32" creationId="{B76CB7CA-05C2-4EE8-A97F-B5F3A4F89DA4}"/>
          </ac:spMkLst>
        </pc:spChg>
        <pc:spChg chg="add del">
          <ac:chgData name="Rin Hwang" userId="91cc904d50053a91" providerId="LiveId" clId="{3A381AA3-BCBE-4689-9457-40C3D786D725}" dt="2026-10-21T17:56:18.327" v="99" actId="26606"/>
          <ac:spMkLst>
            <pc:docMk/>
            <pc:sldMk cId="141851415" sldId="256"/>
            <ac:spMk id="33" creationId="{DC8C6883-513A-4FE8-8B55-7AA2A13A9BB9}"/>
          </ac:spMkLst>
        </pc:spChg>
        <pc:spChg chg="add del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35" creationId="{17115F77-2FAE-4CA7-9A7F-10D5F2C8F831}"/>
          </ac:spMkLst>
        </pc:spChg>
        <pc:spChg chg="add del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36" creationId="{5CD4C046-A04C-46CC-AFA3-6B0621F628C8}"/>
          </ac:spMkLst>
        </pc:spChg>
        <pc:spChg chg="add del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37" creationId="{BC512124-0D13-4ED9-80B7-52AE15B6B41F}"/>
          </ac:spMkLst>
        </pc:spChg>
        <pc:spChg chg="add del">
          <ac:chgData name="Rin Hwang" userId="91cc904d50053a91" providerId="LiveId" clId="{3A381AA3-BCBE-4689-9457-40C3D786D725}" dt="2026-10-21T17:58:22.807" v="116" actId="26606"/>
          <ac:spMkLst>
            <pc:docMk/>
            <pc:sldMk cId="141851415" sldId="256"/>
            <ac:spMk id="44" creationId="{17115F77-2FAE-4CA7-9A7F-10D5F2C8F831}"/>
          </ac:spMkLst>
        </pc:spChg>
        <pc:spChg chg="add del">
          <ac:chgData name="Rin Hwang" userId="91cc904d50053a91" providerId="LiveId" clId="{3A381AA3-BCBE-4689-9457-40C3D786D725}" dt="2026-10-21T17:58:22.807" v="116" actId="26606"/>
          <ac:spMkLst>
            <pc:docMk/>
            <pc:sldMk cId="141851415" sldId="256"/>
            <ac:spMk id="46" creationId="{5CD4C046-A04C-46CC-AFA3-6B0621F628C8}"/>
          </ac:spMkLst>
        </pc:spChg>
        <pc:spChg chg="add del">
          <ac:chgData name="Rin Hwang" userId="91cc904d50053a91" providerId="LiveId" clId="{3A381AA3-BCBE-4689-9457-40C3D786D725}" dt="2026-10-21T17:58:22.807" v="116" actId="26606"/>
          <ac:spMkLst>
            <pc:docMk/>
            <pc:sldMk cId="141851415" sldId="256"/>
            <ac:spMk id="48" creationId="{BC512124-0D13-4ED9-80B7-52AE15B6B41F}"/>
          </ac:spMkLst>
        </pc:spChg>
        <pc:spChg chg="add del">
          <ac:chgData name="Rin Hwang" userId="91cc904d50053a91" providerId="LiveId" clId="{3A381AA3-BCBE-4689-9457-40C3D786D725}" dt="2026-10-21T17:58:22.807" v="116" actId="26606"/>
          <ac:spMkLst>
            <pc:docMk/>
            <pc:sldMk cId="141851415" sldId="256"/>
            <ac:spMk id="50" creationId="{D4ABACDC-BD54-40F3-9047-8298C77C2DD6}"/>
          </ac:spMkLst>
        </pc:spChg>
        <pc:spChg chg="add del">
          <ac:chgData name="Rin Hwang" userId="91cc904d50053a91" providerId="LiveId" clId="{3A381AA3-BCBE-4689-9457-40C3D786D725}" dt="2026-10-21T17:58:22.807" v="116" actId="26606"/>
          <ac:spMkLst>
            <pc:docMk/>
            <pc:sldMk cId="141851415" sldId="256"/>
            <ac:spMk id="52" creationId="{B76CB7CA-05C2-4EE8-A97F-B5F3A4F89DA4}"/>
          </ac:spMkLst>
        </pc:spChg>
        <pc:spChg chg="add del">
          <ac:chgData name="Rin Hwang" userId="91cc904d50053a91" providerId="LiveId" clId="{3A381AA3-BCBE-4689-9457-40C3D786D725}" dt="2026-10-21T17:58:34.670" v="118" actId="26606"/>
          <ac:spMkLst>
            <pc:docMk/>
            <pc:sldMk cId="141851415" sldId="256"/>
            <ac:spMk id="54" creationId="{17115F77-2FAE-4CA7-9A7F-10D5F2C8F831}"/>
          </ac:spMkLst>
        </pc:spChg>
        <pc:spChg chg="add del">
          <ac:chgData name="Rin Hwang" userId="91cc904d50053a91" providerId="LiveId" clId="{3A381AA3-BCBE-4689-9457-40C3D786D725}" dt="2026-10-21T17:58:34.670" v="118" actId="26606"/>
          <ac:spMkLst>
            <pc:docMk/>
            <pc:sldMk cId="141851415" sldId="256"/>
            <ac:spMk id="55" creationId="{5CD4C046-A04C-46CC-AFA3-6B0621F628C8}"/>
          </ac:spMkLst>
        </pc:spChg>
        <pc:spChg chg="add del">
          <ac:chgData name="Rin Hwang" userId="91cc904d50053a91" providerId="LiveId" clId="{3A381AA3-BCBE-4689-9457-40C3D786D725}" dt="2026-10-21T17:58:34.670" v="118" actId="26606"/>
          <ac:spMkLst>
            <pc:docMk/>
            <pc:sldMk cId="141851415" sldId="256"/>
            <ac:spMk id="56" creationId="{BC512124-0D13-4ED9-80B7-52AE15B6B41F}"/>
          </ac:spMkLst>
        </pc:spChg>
        <pc:spChg chg="add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58" creationId="{17115F77-2FAE-4CA7-9A7F-10D5F2C8F831}"/>
          </ac:spMkLst>
        </pc:spChg>
        <pc:spChg chg="add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59" creationId="{5CD4C046-A04C-46CC-AFA3-6B0621F628C8}"/>
          </ac:spMkLst>
        </pc:spChg>
        <pc:spChg chg="add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60" creationId="{BC512124-0D13-4ED9-80B7-52AE15B6B41F}"/>
          </ac:spMkLst>
        </pc:spChg>
        <pc:spChg chg="add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61" creationId="{D4ABACDC-BD54-40F3-9047-8298C77C2DD6}"/>
          </ac:spMkLst>
        </pc:spChg>
        <pc:spChg chg="add">
          <ac:chgData name="Rin Hwang" userId="91cc904d50053a91" providerId="LiveId" clId="{3A381AA3-BCBE-4689-9457-40C3D786D725}" dt="2026-10-21T17:58:34.680" v="119" actId="26606"/>
          <ac:spMkLst>
            <pc:docMk/>
            <pc:sldMk cId="141851415" sldId="256"/>
            <ac:spMk id="62" creationId="{B76CB7CA-05C2-4EE8-A97F-B5F3A4F89DA4}"/>
          </ac:spMkLst>
        </pc:spChg>
        <pc:picChg chg="add del">
          <ac:chgData name="Rin Hwang" userId="91cc904d50053a91" providerId="LiveId" clId="{3A381AA3-BCBE-4689-9457-40C3D786D725}" dt="2026-10-21T01:19:23.129" v="3" actId="26606"/>
          <ac:picMkLst>
            <pc:docMk/>
            <pc:sldMk cId="141851415" sldId="256"/>
            <ac:picMk id="4" creationId="{777601EF-830F-9D11-888E-F2781D895E42}"/>
          </ac:picMkLst>
        </pc:picChg>
        <pc:picChg chg="add del">
          <ac:chgData name="Rin Hwang" userId="91cc904d50053a91" providerId="LiveId" clId="{3A381AA3-BCBE-4689-9457-40C3D786D725}" dt="2026-10-21T17:54:08.523" v="77" actId="26606"/>
          <ac:picMkLst>
            <pc:docMk/>
            <pc:sldMk cId="141851415" sldId="256"/>
            <ac:picMk id="5" creationId="{6C393289-8377-60AA-1853-D481EC1A5A0F}"/>
          </ac:picMkLst>
        </pc:picChg>
        <pc:picChg chg="add del mod">
          <ac:chgData name="Rin Hwang" userId="91cc904d50053a91" providerId="LiveId" clId="{3A381AA3-BCBE-4689-9457-40C3D786D725}" dt="2026-10-21T17:46:14.307" v="48" actId="478"/>
          <ac:picMkLst>
            <pc:docMk/>
            <pc:sldMk cId="141851415" sldId="256"/>
            <ac:picMk id="14" creationId="{C6CE3EE0-5759-76F1-A907-80A408BA49D5}"/>
          </ac:picMkLst>
        </pc:picChg>
        <pc:picChg chg="add del">
          <ac:chgData name="Rin Hwang" userId="91cc904d50053a91" providerId="LiveId" clId="{3A381AA3-BCBE-4689-9457-40C3D786D725}" dt="2026-10-21T17:56:18.327" v="99" actId="26606"/>
          <ac:picMkLst>
            <pc:docMk/>
            <pc:sldMk cId="141851415" sldId="256"/>
            <ac:picMk id="28" creationId="{BEE7EB7C-8553-A699-D374-A1557937F805}"/>
          </ac:picMkLst>
        </pc:picChg>
        <pc:picChg chg="add del">
          <ac:chgData name="Rin Hwang" userId="91cc904d50053a91" providerId="LiveId" clId="{3A381AA3-BCBE-4689-9457-40C3D786D725}" dt="2026-10-21T17:56:50.351" v="104" actId="478"/>
          <ac:picMkLst>
            <pc:docMk/>
            <pc:sldMk cId="141851415" sldId="256"/>
            <ac:picMk id="38" creationId="{600EBD95-9F53-023B-751A-988251AE337A}"/>
          </ac:picMkLst>
        </pc:picChg>
        <pc:picChg chg="add mod ord">
          <ac:chgData name="Rin Hwang" userId="91cc904d50053a91" providerId="LiveId" clId="{3A381AA3-BCBE-4689-9457-40C3D786D725}" dt="2026-10-21T17:58:16.952" v="114" actId="14100"/>
          <ac:picMkLst>
            <pc:docMk/>
            <pc:sldMk cId="141851415" sldId="256"/>
            <ac:picMk id="39" creationId="{9DEB745F-7377-1CC0-DF1E-37AF83AD7667}"/>
          </ac:picMkLst>
        </pc:picChg>
        <pc:cxnChg chg="add del">
          <ac:chgData name="Rin Hwang" userId="91cc904d50053a91" providerId="LiveId" clId="{3A381AA3-BCBE-4689-9457-40C3D786D725}" dt="2026-10-21T01:19:23.129" v="3" actId="26606"/>
          <ac:cxnSpMkLst>
            <pc:docMk/>
            <pc:sldMk cId="141851415" sldId="256"/>
            <ac:cxnSpMk id="11" creationId="{EE2E603F-4A95-4FE8-BB06-211DFD75DBEF}"/>
          </ac:cxnSpMkLst>
        </pc:cxnChg>
      </pc:sldChg>
      <pc:sldChg chg="addSp delSp modSp new mod setBg modClrScheme setClrOvrMap chgLayout">
        <pc:chgData name="Rin Hwang" userId="91cc904d50053a91" providerId="LiveId" clId="{3A381AA3-BCBE-4689-9457-40C3D786D725}" dt="2026-10-22T14:54:15.473" v="2406" actId="20577"/>
        <pc:sldMkLst>
          <pc:docMk/>
          <pc:sldMk cId="1353793505" sldId="257"/>
        </pc:sldMkLst>
        <pc:spChg chg="del mod ord">
          <ac:chgData name="Rin Hwang" userId="91cc904d50053a91" providerId="LiveId" clId="{3A381AA3-BCBE-4689-9457-40C3D786D725}" dt="2026-10-21T17:52:10.200" v="65" actId="700"/>
          <ac:spMkLst>
            <pc:docMk/>
            <pc:sldMk cId="1353793505" sldId="257"/>
            <ac:spMk id="2" creationId="{3CB808BD-DC18-FC07-16CE-3E0B35549F68}"/>
          </ac:spMkLst>
        </pc:spChg>
        <pc:spChg chg="del mod ord">
          <ac:chgData name="Rin Hwang" userId="91cc904d50053a91" providerId="LiveId" clId="{3A381AA3-BCBE-4689-9457-40C3D786D725}" dt="2026-10-21T17:52:10.200" v="65" actId="700"/>
          <ac:spMkLst>
            <pc:docMk/>
            <pc:sldMk cId="1353793505" sldId="257"/>
            <ac:spMk id="3" creationId="{0F0CCB1C-32C4-257D-D103-65AF7E4A25F2}"/>
          </ac:spMkLst>
        </pc:spChg>
        <pc:spChg chg="add del mod ord">
          <ac:chgData name="Rin Hwang" userId="91cc904d50053a91" providerId="LiveId" clId="{3A381AA3-BCBE-4689-9457-40C3D786D725}" dt="2026-10-21T17:56:26.642" v="101" actId="700"/>
          <ac:spMkLst>
            <pc:docMk/>
            <pc:sldMk cId="1353793505" sldId="257"/>
            <ac:spMk id="4" creationId="{5484EFB1-EC77-E132-74C6-D708C87147C3}"/>
          </ac:spMkLst>
        </pc:spChg>
        <pc:spChg chg="add del mod ord">
          <ac:chgData name="Rin Hwang" userId="91cc904d50053a91" providerId="LiveId" clId="{3A381AA3-BCBE-4689-9457-40C3D786D725}" dt="2026-10-21T17:56:26.642" v="101" actId="700"/>
          <ac:spMkLst>
            <pc:docMk/>
            <pc:sldMk cId="1353793505" sldId="257"/>
            <ac:spMk id="5" creationId="{7971A1B4-EAA3-AFE6-D1E1-E8358AEE2778}"/>
          </ac:spMkLst>
        </pc:spChg>
        <pc:spChg chg="add del mod ord">
          <ac:chgData name="Rin Hwang" userId="91cc904d50053a91" providerId="LiveId" clId="{3A381AA3-BCBE-4689-9457-40C3D786D725}" dt="2026-10-21T17:56:32.467" v="102" actId="700"/>
          <ac:spMkLst>
            <pc:docMk/>
            <pc:sldMk cId="1353793505" sldId="257"/>
            <ac:spMk id="6" creationId="{7399D5AA-DA5A-14F8-91EB-5A8DB6AB2CCA}"/>
          </ac:spMkLst>
        </pc:spChg>
        <pc:spChg chg="add del mod ord">
          <ac:chgData name="Rin Hwang" userId="91cc904d50053a91" providerId="LiveId" clId="{3A381AA3-BCBE-4689-9457-40C3D786D725}" dt="2026-10-21T17:56:32.467" v="102" actId="700"/>
          <ac:spMkLst>
            <pc:docMk/>
            <pc:sldMk cId="1353793505" sldId="257"/>
            <ac:spMk id="7" creationId="{4B78A6F8-49C7-C76B-8C44-71C98FEE30FC}"/>
          </ac:spMkLst>
        </pc:spChg>
        <pc:spChg chg="add del mod ord">
          <ac:chgData name="Rin Hwang" userId="91cc904d50053a91" providerId="LiveId" clId="{3A381AA3-BCBE-4689-9457-40C3D786D725}" dt="2026-10-21T17:56:32.467" v="102" actId="700"/>
          <ac:spMkLst>
            <pc:docMk/>
            <pc:sldMk cId="1353793505" sldId="257"/>
            <ac:spMk id="8" creationId="{AB86874C-018A-38B0-E110-E582F87A04E2}"/>
          </ac:spMkLst>
        </pc:spChg>
        <pc:spChg chg="add del mod ord">
          <ac:chgData name="Rin Hwang" userId="91cc904d50053a91" providerId="LiveId" clId="{3A381AA3-BCBE-4689-9457-40C3D786D725}" dt="2026-10-21T17:56:42.659" v="103" actId="700"/>
          <ac:spMkLst>
            <pc:docMk/>
            <pc:sldMk cId="1353793505" sldId="257"/>
            <ac:spMk id="9" creationId="{65C9AE7D-BEBA-54B0-0A3F-F667AAFB4A49}"/>
          </ac:spMkLst>
        </pc:spChg>
        <pc:spChg chg="add del mod ord">
          <ac:chgData name="Rin Hwang" userId="91cc904d50053a91" providerId="LiveId" clId="{3A381AA3-BCBE-4689-9457-40C3D786D725}" dt="2026-10-21T17:56:42.659" v="103" actId="700"/>
          <ac:spMkLst>
            <pc:docMk/>
            <pc:sldMk cId="1353793505" sldId="257"/>
            <ac:spMk id="10" creationId="{9498DC86-942E-78EB-917A-B025E9ADDE14}"/>
          </ac:spMkLst>
        </pc:spChg>
        <pc:spChg chg="add mod ord">
          <ac:chgData name="Rin Hwang" userId="91cc904d50053a91" providerId="LiveId" clId="{3A381AA3-BCBE-4689-9457-40C3D786D725}" dt="2026-10-22T04:23:09.385" v="2128" actId="14100"/>
          <ac:spMkLst>
            <pc:docMk/>
            <pc:sldMk cId="1353793505" sldId="257"/>
            <ac:spMk id="11" creationId="{80BB405D-C7BF-795A-BDB7-51880123AE06}"/>
          </ac:spMkLst>
        </pc:spChg>
        <pc:spChg chg="add del mod ord">
          <ac:chgData name="Rin Hwang" userId="91cc904d50053a91" providerId="LiveId" clId="{3A381AA3-BCBE-4689-9457-40C3D786D725}" dt="2026-10-21T18:04:05.963" v="215" actId="478"/>
          <ac:spMkLst>
            <pc:docMk/>
            <pc:sldMk cId="1353793505" sldId="257"/>
            <ac:spMk id="12" creationId="{85588F43-0180-3EDD-4EDC-0C47AFB4DE6F}"/>
          </ac:spMkLst>
        </pc:spChg>
        <pc:spChg chg="add mod">
          <ac:chgData name="Rin Hwang" userId="91cc904d50053a91" providerId="LiveId" clId="{3A381AA3-BCBE-4689-9457-40C3D786D725}" dt="2026-10-22T14:54:15.473" v="2406" actId="20577"/>
          <ac:spMkLst>
            <pc:docMk/>
            <pc:sldMk cId="1353793505" sldId="257"/>
            <ac:spMk id="13" creationId="{FD9FCE75-38F5-B3A9-9DBF-B85D5E7A0F6D}"/>
          </ac:spMkLst>
        </pc:spChg>
        <pc:spChg chg="add">
          <ac:chgData name="Rin Hwang" userId="91cc904d50053a91" providerId="LiveId" clId="{3A381AA3-BCBE-4689-9457-40C3D786D725}" dt="2026-10-22T03:07:44.685" v="1417" actId="26606"/>
          <ac:spMkLst>
            <pc:docMk/>
            <pc:sldMk cId="1353793505" sldId="257"/>
            <ac:spMk id="16" creationId="{DADC4F84-175A-4AB1-916C-1E5796E1E0D3}"/>
          </ac:spMkLst>
        </pc:spChg>
        <pc:spChg chg="add del">
          <ac:chgData name="Rin Hwang" userId="91cc904d50053a91" providerId="LiveId" clId="{3A381AA3-BCBE-4689-9457-40C3D786D725}" dt="2026-10-22T03:07:33.200" v="1414" actId="26606"/>
          <ac:spMkLst>
            <pc:docMk/>
            <pc:sldMk cId="1353793505" sldId="257"/>
            <ac:spMk id="19" creationId="{DADC4F84-175A-4AB1-916C-1E5796E1E0D3}"/>
          </ac:spMkLst>
        </pc:spChg>
        <pc:spChg chg="add del">
          <ac:chgData name="Rin Hwang" userId="91cc904d50053a91" providerId="LiveId" clId="{3A381AA3-BCBE-4689-9457-40C3D786D725}" dt="2026-10-22T03:07:37.908" v="1416" actId="26606"/>
          <ac:spMkLst>
            <pc:docMk/>
            <pc:sldMk cId="1353793505" sldId="257"/>
            <ac:spMk id="21" creationId="{C2352FE0-ACFA-479E-A574-CED1C035D3F5}"/>
          </ac:spMkLst>
        </pc:spChg>
        <pc:spChg chg="add del">
          <ac:chgData name="Rin Hwang" userId="91cc904d50053a91" providerId="LiveId" clId="{3A381AA3-BCBE-4689-9457-40C3D786D725}" dt="2026-10-22T03:07:37.908" v="1416" actId="26606"/>
          <ac:spMkLst>
            <pc:docMk/>
            <pc:sldMk cId="1353793505" sldId="257"/>
            <ac:spMk id="22" creationId="{DCCCDCCF-DDE7-4FF9-BA8E-DFD3AC93A6C7}"/>
          </ac:spMkLst>
        </pc:spChg>
        <pc:spChg chg="add del">
          <ac:chgData name="Rin Hwang" userId="91cc904d50053a91" providerId="LiveId" clId="{3A381AA3-BCBE-4689-9457-40C3D786D725}" dt="2026-10-22T03:07:37.908" v="1416" actId="26606"/>
          <ac:spMkLst>
            <pc:docMk/>
            <pc:sldMk cId="1353793505" sldId="257"/>
            <ac:spMk id="23" creationId="{401F5979-1992-492E-ABBD-62EBC1016CB4}"/>
          </ac:spMkLst>
        </pc:spChg>
        <pc:spChg chg="add del">
          <ac:chgData name="Rin Hwang" userId="91cc904d50053a91" providerId="LiveId" clId="{3A381AA3-BCBE-4689-9457-40C3D786D725}" dt="2026-10-22T03:07:37.908" v="1416" actId="26606"/>
          <ac:spMkLst>
            <pc:docMk/>
            <pc:sldMk cId="1353793505" sldId="257"/>
            <ac:spMk id="25" creationId="{377CB93F-A0E2-4BBE-B2FC-E93932C7ECEE}"/>
          </ac:spMkLst>
        </pc:spChg>
        <pc:picChg chg="add mod ord">
          <ac:chgData name="Rin Hwang" userId="91cc904d50053a91" providerId="LiveId" clId="{3A381AA3-BCBE-4689-9457-40C3D786D725}" dt="2026-10-22T03:08:32.762" v="1427" actId="1076"/>
          <ac:picMkLst>
            <pc:docMk/>
            <pc:sldMk cId="1353793505" sldId="257"/>
            <ac:picMk id="14" creationId="{E8F83228-C378-1941-F866-15F766C8C8F7}"/>
          </ac:picMkLst>
        </pc:picChg>
      </pc:sldChg>
      <pc:sldChg chg="addSp delSp modSp new mod ord setBg modClrScheme setClrOvrMap chgLayout">
        <pc:chgData name="Rin Hwang" userId="91cc904d50053a91" providerId="LiveId" clId="{3A381AA3-BCBE-4689-9457-40C3D786D725}" dt="2026-10-22T15:15:46.347" v="2408" actId="20577"/>
        <pc:sldMkLst>
          <pc:docMk/>
          <pc:sldMk cId="879385083" sldId="258"/>
        </pc:sldMkLst>
        <pc:spChg chg="del mod ord">
          <ac:chgData name="Rin Hwang" userId="91cc904d50053a91" providerId="LiveId" clId="{3A381AA3-BCBE-4689-9457-40C3D786D725}" dt="2026-10-21T17:59:34.640" v="123" actId="700"/>
          <ac:spMkLst>
            <pc:docMk/>
            <pc:sldMk cId="879385083" sldId="258"/>
            <ac:spMk id="2" creationId="{5CF08944-4AB0-E03F-5346-2CEBE7658B8E}"/>
          </ac:spMkLst>
        </pc:spChg>
        <pc:spChg chg="del mod ord">
          <ac:chgData name="Rin Hwang" userId="91cc904d50053a91" providerId="LiveId" clId="{3A381AA3-BCBE-4689-9457-40C3D786D725}" dt="2026-10-21T17:59:34.640" v="123" actId="700"/>
          <ac:spMkLst>
            <pc:docMk/>
            <pc:sldMk cId="879385083" sldId="258"/>
            <ac:spMk id="3" creationId="{32AEDCBF-3A6E-9069-4C13-1CCA558B74BC}"/>
          </ac:spMkLst>
        </pc:spChg>
        <pc:spChg chg="add del mod ord">
          <ac:chgData name="Rin Hwang" userId="91cc904d50053a91" providerId="LiveId" clId="{3A381AA3-BCBE-4689-9457-40C3D786D725}" dt="2026-10-21T17:59:44.942" v="124" actId="700"/>
          <ac:spMkLst>
            <pc:docMk/>
            <pc:sldMk cId="879385083" sldId="258"/>
            <ac:spMk id="4" creationId="{1A72E4EC-4D62-0BF9-E995-537BCBBC4031}"/>
          </ac:spMkLst>
        </pc:spChg>
        <pc:spChg chg="add del mod ord">
          <ac:chgData name="Rin Hwang" userId="91cc904d50053a91" providerId="LiveId" clId="{3A381AA3-BCBE-4689-9457-40C3D786D725}" dt="2026-10-21T17:59:44.942" v="124" actId="700"/>
          <ac:spMkLst>
            <pc:docMk/>
            <pc:sldMk cId="879385083" sldId="258"/>
            <ac:spMk id="5" creationId="{B9E8A0EC-AB9D-87F7-3047-A47E1B20E5A9}"/>
          </ac:spMkLst>
        </pc:spChg>
        <pc:spChg chg="add del mod ord">
          <ac:chgData name="Rin Hwang" userId="91cc904d50053a91" providerId="LiveId" clId="{3A381AA3-BCBE-4689-9457-40C3D786D725}" dt="2026-10-21T17:59:48.666" v="125" actId="700"/>
          <ac:spMkLst>
            <pc:docMk/>
            <pc:sldMk cId="879385083" sldId="258"/>
            <ac:spMk id="6" creationId="{BD5A0AAC-C243-BF7F-B0CD-08D6597372BB}"/>
          </ac:spMkLst>
        </pc:spChg>
        <pc:spChg chg="add del mod ord">
          <ac:chgData name="Rin Hwang" userId="91cc904d50053a91" providerId="LiveId" clId="{3A381AA3-BCBE-4689-9457-40C3D786D725}" dt="2026-10-21T17:59:48.666" v="125" actId="700"/>
          <ac:spMkLst>
            <pc:docMk/>
            <pc:sldMk cId="879385083" sldId="258"/>
            <ac:spMk id="7" creationId="{52082C88-CDC9-A819-30DA-B36B59A52B36}"/>
          </ac:spMkLst>
        </pc:spChg>
        <pc:spChg chg="add del mod ord">
          <ac:chgData name="Rin Hwang" userId="91cc904d50053a91" providerId="LiveId" clId="{3A381AA3-BCBE-4689-9457-40C3D786D725}" dt="2026-10-21T17:59:51.840" v="126" actId="700"/>
          <ac:spMkLst>
            <pc:docMk/>
            <pc:sldMk cId="879385083" sldId="258"/>
            <ac:spMk id="8" creationId="{3016603D-6465-20B6-1478-EF8D1C545FF5}"/>
          </ac:spMkLst>
        </pc:spChg>
        <pc:spChg chg="add del mod ord">
          <ac:chgData name="Rin Hwang" userId="91cc904d50053a91" providerId="LiveId" clId="{3A381AA3-BCBE-4689-9457-40C3D786D725}" dt="2026-10-21T17:59:51.840" v="126" actId="700"/>
          <ac:spMkLst>
            <pc:docMk/>
            <pc:sldMk cId="879385083" sldId="258"/>
            <ac:spMk id="9" creationId="{7992762C-DA85-C641-1420-AAA7CD27CB48}"/>
          </ac:spMkLst>
        </pc:spChg>
        <pc:spChg chg="add mod ord">
          <ac:chgData name="Rin Hwang" userId="91cc904d50053a91" providerId="LiveId" clId="{3A381AA3-BCBE-4689-9457-40C3D786D725}" dt="2026-10-22T03:11:34.443" v="1438" actId="403"/>
          <ac:spMkLst>
            <pc:docMk/>
            <pc:sldMk cId="879385083" sldId="258"/>
            <ac:spMk id="10" creationId="{ABA774A3-F66B-586C-0376-C379579B9407}"/>
          </ac:spMkLst>
        </pc:spChg>
        <pc:spChg chg="add mod ord">
          <ac:chgData name="Rin Hwang" userId="91cc904d50053a91" providerId="LiveId" clId="{3A381AA3-BCBE-4689-9457-40C3D786D725}" dt="2026-10-22T15:15:46.347" v="2408" actId="20577"/>
          <ac:spMkLst>
            <pc:docMk/>
            <pc:sldMk cId="879385083" sldId="258"/>
            <ac:spMk id="11" creationId="{DBA3D217-0288-9267-CBAB-76A92EDEC863}"/>
          </ac:spMkLst>
        </pc:spChg>
        <pc:spChg chg="add">
          <ac:chgData name="Rin Hwang" userId="91cc904d50053a91" providerId="LiveId" clId="{3A381AA3-BCBE-4689-9457-40C3D786D725}" dt="2026-10-22T02:45:33.030" v="1363" actId="26606"/>
          <ac:spMkLst>
            <pc:docMk/>
            <pc:sldMk cId="879385083" sldId="258"/>
            <ac:spMk id="17" creationId="{DADC4F84-175A-4AB1-916C-1E5796E1E0D3}"/>
          </ac:spMkLst>
        </pc:spChg>
        <pc:picChg chg="add mod ord">
          <ac:chgData name="Rin Hwang" userId="91cc904d50053a91" providerId="LiveId" clId="{3A381AA3-BCBE-4689-9457-40C3D786D725}" dt="2026-10-22T04:21:50.286" v="2126" actId="29295"/>
          <ac:picMkLst>
            <pc:docMk/>
            <pc:sldMk cId="879385083" sldId="258"/>
            <ac:picMk id="12" creationId="{6E799DA8-3A5D-B03A-1EEA-F0878D8A35AC}"/>
          </ac:picMkLst>
        </pc:picChg>
      </pc:sldChg>
      <pc:sldChg chg="addSp delSp modSp new mod modClrScheme chgLayout">
        <pc:chgData name="Rin Hwang" userId="91cc904d50053a91" providerId="LiveId" clId="{3A381AA3-BCBE-4689-9457-40C3D786D725}" dt="2026-10-22T14:36:26.498" v="2380" actId="1076"/>
        <pc:sldMkLst>
          <pc:docMk/>
          <pc:sldMk cId="3267010303" sldId="259"/>
        </pc:sldMkLst>
        <pc:spChg chg="del">
          <ac:chgData name="Rin Hwang" userId="91cc904d50053a91" providerId="LiveId" clId="{3A381AA3-BCBE-4689-9457-40C3D786D725}" dt="2026-10-21T18:00:10.672" v="143" actId="700"/>
          <ac:spMkLst>
            <pc:docMk/>
            <pc:sldMk cId="3267010303" sldId="259"/>
            <ac:spMk id="2" creationId="{352DB1B7-ADE9-6CE4-117D-367B4445E4E3}"/>
          </ac:spMkLst>
        </pc:spChg>
        <pc:spChg chg="del">
          <ac:chgData name="Rin Hwang" userId="91cc904d50053a91" providerId="LiveId" clId="{3A381AA3-BCBE-4689-9457-40C3D786D725}" dt="2026-10-21T18:00:10.672" v="143" actId="700"/>
          <ac:spMkLst>
            <pc:docMk/>
            <pc:sldMk cId="3267010303" sldId="259"/>
            <ac:spMk id="3" creationId="{DF68C982-D9A8-C34D-879F-5118EDB16056}"/>
          </ac:spMkLst>
        </pc:spChg>
        <pc:spChg chg="add del mod">
          <ac:chgData name="Rin Hwang" userId="91cc904d50053a91" providerId="LiveId" clId="{3A381AA3-BCBE-4689-9457-40C3D786D725}" dt="2026-10-22T14:24:34.145" v="2305" actId="478"/>
          <ac:spMkLst>
            <pc:docMk/>
            <pc:sldMk cId="3267010303" sldId="259"/>
            <ac:spMk id="4" creationId="{D480CEDF-7D00-8C93-E1A3-B557E5F63B47}"/>
          </ac:spMkLst>
        </pc:spChg>
        <pc:spChg chg="add del mod">
          <ac:chgData name="Rin Hwang" userId="91cc904d50053a91" providerId="LiveId" clId="{3A381AA3-BCBE-4689-9457-40C3D786D725}" dt="2026-10-21T18:00:16.578" v="146" actId="478"/>
          <ac:spMkLst>
            <pc:docMk/>
            <pc:sldMk cId="3267010303" sldId="259"/>
            <ac:spMk id="5" creationId="{2C10513F-ADA5-6B2B-BC54-E8B677C3F390}"/>
          </ac:spMkLst>
        </pc:spChg>
        <pc:spChg chg="add mod">
          <ac:chgData name="Rin Hwang" userId="91cc904d50053a91" providerId="LiveId" clId="{3A381AA3-BCBE-4689-9457-40C3D786D725}" dt="2026-10-22T14:36:24.131" v="2379" actId="1076"/>
          <ac:spMkLst>
            <pc:docMk/>
            <pc:sldMk cId="3267010303" sldId="259"/>
            <ac:spMk id="6" creationId="{CBF12C41-8E9B-4F88-E929-9774ECEEBC38}"/>
          </ac:spMkLst>
        </pc:spChg>
        <pc:spChg chg="add mod">
          <ac:chgData name="Rin Hwang" userId="91cc904d50053a91" providerId="LiveId" clId="{3A381AA3-BCBE-4689-9457-40C3D786D725}" dt="2026-10-22T14:36:26.498" v="2380" actId="1076"/>
          <ac:spMkLst>
            <pc:docMk/>
            <pc:sldMk cId="3267010303" sldId="259"/>
            <ac:spMk id="8" creationId="{0CAB830B-F1DD-1EC1-8F30-5F214318EC60}"/>
          </ac:spMkLst>
        </pc:spChg>
        <pc:spChg chg="add del">
          <ac:chgData name="Rin Hwang" userId="91cc904d50053a91" providerId="LiveId" clId="{3A381AA3-BCBE-4689-9457-40C3D786D725}" dt="2026-10-21T18:01:34.713" v="203" actId="22"/>
          <ac:spMkLst>
            <pc:docMk/>
            <pc:sldMk cId="3267010303" sldId="259"/>
            <ac:spMk id="10" creationId="{5878428B-6B2C-17D6-AB17-6B2520116223}"/>
          </ac:spMkLst>
        </pc:spChg>
      </pc:sldChg>
      <pc:sldChg chg="addSp modSp add mod setBg setClrOvrMap modNotesTx">
        <pc:chgData name="Rin Hwang" userId="91cc904d50053a91" providerId="LiveId" clId="{3A381AA3-BCBE-4689-9457-40C3D786D725}" dt="2026-10-22T14:36:45.640" v="2384" actId="20577"/>
        <pc:sldMkLst>
          <pc:docMk/>
          <pc:sldMk cId="4108488769" sldId="260"/>
        </pc:sldMkLst>
        <pc:spChg chg="mod">
          <ac:chgData name="Rin Hwang" userId="91cc904d50053a91" providerId="LiveId" clId="{3A381AA3-BCBE-4689-9457-40C3D786D725}" dt="2026-10-22T03:11:54.948" v="1446" actId="1076"/>
          <ac:spMkLst>
            <pc:docMk/>
            <pc:sldMk cId="4108488769" sldId="260"/>
            <ac:spMk id="11" creationId="{4B294A14-7670-5AF4-DF39-38CFFB56A986}"/>
          </ac:spMkLst>
        </pc:spChg>
        <pc:spChg chg="mod">
          <ac:chgData name="Rin Hwang" userId="91cc904d50053a91" providerId="LiveId" clId="{3A381AA3-BCBE-4689-9457-40C3D786D725}" dt="2026-10-22T14:36:45.640" v="2384" actId="20577"/>
          <ac:spMkLst>
            <pc:docMk/>
            <pc:sldMk cId="4108488769" sldId="260"/>
            <ac:spMk id="13" creationId="{0FAA7C7A-92D6-520A-89CB-BAA809FF7AA7}"/>
          </ac:spMkLst>
        </pc:spChg>
        <pc:spChg chg="add">
          <ac:chgData name="Rin Hwang" userId="91cc904d50053a91" providerId="LiveId" clId="{3A381AA3-BCBE-4689-9457-40C3D786D725}" dt="2026-10-22T03:11:06.231" v="1435" actId="26606"/>
          <ac:spMkLst>
            <pc:docMk/>
            <pc:sldMk cId="4108488769" sldId="260"/>
            <ac:spMk id="18" creationId="{DADC4F84-175A-4AB1-916C-1E5796E1E0D3}"/>
          </ac:spMkLst>
        </pc:spChg>
        <pc:picChg chg="add mod ord">
          <ac:chgData name="Rin Hwang" userId="91cc904d50053a91" providerId="LiveId" clId="{3A381AA3-BCBE-4689-9457-40C3D786D725}" dt="2026-10-22T03:11:48.564" v="1445" actId="1076"/>
          <ac:picMkLst>
            <pc:docMk/>
            <pc:sldMk cId="4108488769" sldId="260"/>
            <ac:picMk id="2" creationId="{0B496B1C-1484-F556-D9CC-BD712A5B1AFE}"/>
          </ac:picMkLst>
        </pc:picChg>
      </pc:sldChg>
      <pc:sldChg chg="addSp delSp modSp add mod setBg setClrOvrMap">
        <pc:chgData name="Rin Hwang" userId="91cc904d50053a91" providerId="LiveId" clId="{3A381AA3-BCBE-4689-9457-40C3D786D725}" dt="2026-10-22T13:24:58.270" v="2223" actId="1076"/>
        <pc:sldMkLst>
          <pc:docMk/>
          <pc:sldMk cId="198899838" sldId="261"/>
        </pc:sldMkLst>
        <pc:spChg chg="add mod">
          <ac:chgData name="Rin Hwang" userId="91cc904d50053a91" providerId="LiveId" clId="{3A381AA3-BCBE-4689-9457-40C3D786D725}" dt="2026-10-22T13:24:58.270" v="2223" actId="1076"/>
          <ac:spMkLst>
            <pc:docMk/>
            <pc:sldMk cId="198899838" sldId="261"/>
            <ac:spMk id="2" creationId="{786586B4-4406-A13B-2148-FB477E4FF832}"/>
          </ac:spMkLst>
        </pc:spChg>
        <pc:spChg chg="mod">
          <ac:chgData name="Rin Hwang" userId="91cc904d50053a91" providerId="LiveId" clId="{3A381AA3-BCBE-4689-9457-40C3D786D725}" dt="2026-10-22T03:45:09.056" v="1749" actId="403"/>
          <ac:spMkLst>
            <pc:docMk/>
            <pc:sldMk cId="198899838" sldId="261"/>
            <ac:spMk id="11" creationId="{BB50317C-3274-77A4-3E89-D0992DC05B1C}"/>
          </ac:spMkLst>
        </pc:spChg>
        <pc:spChg chg="del mod">
          <ac:chgData name="Rin Hwang" userId="91cc904d50053a91" providerId="LiveId" clId="{3A381AA3-BCBE-4689-9457-40C3D786D725}" dt="2026-10-22T02:51:23.199" v="1407"/>
          <ac:spMkLst>
            <pc:docMk/>
            <pc:sldMk cId="198899838" sldId="261"/>
            <ac:spMk id="13" creationId="{4456925F-FDB7-7811-F8C2-6F3204356640}"/>
          </ac:spMkLst>
        </pc:spChg>
        <pc:spChg chg="add">
          <ac:chgData name="Rin Hwang" userId="91cc904d50053a91" providerId="LiveId" clId="{3A381AA3-BCBE-4689-9457-40C3D786D725}" dt="2026-10-22T03:44:53.001" v="1745" actId="26606"/>
          <ac:spMkLst>
            <pc:docMk/>
            <pc:sldMk cId="198899838" sldId="261"/>
            <ac:spMk id="16" creationId="{DADC4F84-175A-4AB1-916C-1E5796E1E0D3}"/>
          </ac:spMkLst>
        </pc:spChg>
        <pc:picChg chg="add mod ord">
          <ac:chgData name="Rin Hwang" userId="91cc904d50053a91" providerId="LiveId" clId="{3A381AA3-BCBE-4689-9457-40C3D786D725}" dt="2026-10-22T03:44:53.001" v="1745" actId="26606"/>
          <ac:picMkLst>
            <pc:docMk/>
            <pc:sldMk cId="198899838" sldId="261"/>
            <ac:picMk id="3" creationId="{9A361153-8C61-C9B3-0B32-BC0013FF91C1}"/>
          </ac:picMkLst>
        </pc:picChg>
      </pc:sldChg>
      <pc:sldChg chg="addSp delSp modSp new mod setBg modClrScheme chgLayout">
        <pc:chgData name="Rin Hwang" userId="91cc904d50053a91" providerId="LiveId" clId="{3A381AA3-BCBE-4689-9457-40C3D786D725}" dt="2026-10-22T14:27:05.416" v="2332" actId="14100"/>
        <pc:sldMkLst>
          <pc:docMk/>
          <pc:sldMk cId="3572741387" sldId="262"/>
        </pc:sldMkLst>
        <pc:spChg chg="del mod ord">
          <ac:chgData name="Rin Hwang" userId="91cc904d50053a91" providerId="LiveId" clId="{3A381AA3-BCBE-4689-9457-40C3D786D725}" dt="2026-10-22T14:23:40.811" v="2242" actId="700"/>
          <ac:spMkLst>
            <pc:docMk/>
            <pc:sldMk cId="3572741387" sldId="262"/>
            <ac:spMk id="2" creationId="{C30EE720-B6C3-F68C-87B7-3288401F1C1C}"/>
          </ac:spMkLst>
        </pc:spChg>
        <pc:spChg chg="del mod ord">
          <ac:chgData name="Rin Hwang" userId="91cc904d50053a91" providerId="LiveId" clId="{3A381AA3-BCBE-4689-9457-40C3D786D725}" dt="2026-10-22T14:23:40.811" v="2242" actId="700"/>
          <ac:spMkLst>
            <pc:docMk/>
            <pc:sldMk cId="3572741387" sldId="262"/>
            <ac:spMk id="3" creationId="{31558A98-54E7-B710-16F5-6F72D5B0EAE9}"/>
          </ac:spMkLst>
        </pc:spChg>
        <pc:spChg chg="add del mod ord">
          <ac:chgData name="Rin Hwang" userId="91cc904d50053a91" providerId="LiveId" clId="{3A381AA3-BCBE-4689-9457-40C3D786D725}" dt="2026-10-22T14:23:44.006" v="2243" actId="700"/>
          <ac:spMkLst>
            <pc:docMk/>
            <pc:sldMk cId="3572741387" sldId="262"/>
            <ac:spMk id="4" creationId="{6B83FAC7-3622-2765-E8A7-68AD7F005C7E}"/>
          </ac:spMkLst>
        </pc:spChg>
        <pc:spChg chg="add del mod ord">
          <ac:chgData name="Rin Hwang" userId="91cc904d50053a91" providerId="LiveId" clId="{3A381AA3-BCBE-4689-9457-40C3D786D725}" dt="2026-10-22T14:23:44.006" v="2243" actId="700"/>
          <ac:spMkLst>
            <pc:docMk/>
            <pc:sldMk cId="3572741387" sldId="262"/>
            <ac:spMk id="5" creationId="{65B46CBB-ABAC-9AE0-A419-B9B9F769D5EE}"/>
          </ac:spMkLst>
        </pc:spChg>
        <pc:spChg chg="add del mod ord">
          <ac:chgData name="Rin Hwang" userId="91cc904d50053a91" providerId="LiveId" clId="{3A381AA3-BCBE-4689-9457-40C3D786D725}" dt="2026-10-22T14:23:44.006" v="2243" actId="700"/>
          <ac:spMkLst>
            <pc:docMk/>
            <pc:sldMk cId="3572741387" sldId="262"/>
            <ac:spMk id="6" creationId="{C5164282-724B-65B6-F04E-987AAC788858}"/>
          </ac:spMkLst>
        </pc:spChg>
        <pc:picChg chg="add del mod modCrop">
          <ac:chgData name="Rin Hwang" userId="91cc904d50053a91" providerId="LiveId" clId="{3A381AA3-BCBE-4689-9457-40C3D786D725}" dt="2026-10-22T14:26:19.884" v="2318" actId="478"/>
          <ac:picMkLst>
            <pc:docMk/>
            <pc:sldMk cId="3572741387" sldId="262"/>
            <ac:picMk id="8" creationId="{ACB1F72F-AC36-1B3F-AF32-A2021C39FF67}"/>
          </ac:picMkLst>
        </pc:picChg>
        <pc:picChg chg="add mod modCrop">
          <ac:chgData name="Rin Hwang" userId="91cc904d50053a91" providerId="LiveId" clId="{3A381AA3-BCBE-4689-9457-40C3D786D725}" dt="2026-10-22T14:27:05.416" v="2332" actId="14100"/>
          <ac:picMkLst>
            <pc:docMk/>
            <pc:sldMk cId="3572741387" sldId="262"/>
            <ac:picMk id="10" creationId="{36B09C78-5E1B-1236-4839-DD9911E0805C}"/>
          </ac:picMkLst>
        </pc:picChg>
      </pc:sldChg>
      <pc:sldMasterChg chg="add del addSldLayout delSldLayout">
        <pc:chgData name="Rin Hwang" userId="91cc904d50053a91" providerId="LiveId" clId="{3A381AA3-BCBE-4689-9457-40C3D786D725}" dt="2026-10-21T01:19:23.210" v="4" actId="26606"/>
        <pc:sldMasterMkLst>
          <pc:docMk/>
          <pc:sldMasterMk cId="3907187920" sldId="2147483660"/>
        </pc:sldMasterMkLst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3335678847" sldId="2147483661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2563683594" sldId="2147483662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252936889" sldId="2147483663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79976279" sldId="2147483664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4162679807" sldId="2147483665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538658523" sldId="2147483666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3492387231" sldId="2147483667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1178286983" sldId="2147483668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2651526027" sldId="2147483669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2853342824" sldId="2147483670"/>
          </pc:sldLayoutMkLst>
        </pc:sldLayoutChg>
        <pc:sldLayoutChg chg="add del">
          <pc:chgData name="Rin Hwang" userId="91cc904d50053a91" providerId="LiveId" clId="{3A381AA3-BCBE-4689-9457-40C3D786D725}" dt="2026-10-21T01:19:23.210" v="4" actId="26606"/>
          <pc:sldLayoutMkLst>
            <pc:docMk/>
            <pc:sldMasterMk cId="3907187920" sldId="2147483660"/>
            <pc:sldLayoutMk cId="2258946200" sldId="2147483671"/>
          </pc:sldLayoutMkLst>
        </pc:sldLayoutChg>
      </pc:sldMasterChg>
      <pc:sldMasterChg chg="add del replId addSldLayout delSldLayout">
        <pc:chgData name="Rin Hwang" userId="91cc904d50053a91" providerId="LiveId" clId="{3A381AA3-BCBE-4689-9457-40C3D786D725}" dt="2026-10-21T01:19:23.129" v="3" actId="26606"/>
        <pc:sldMasterMkLst>
          <pc:docMk/>
          <pc:sldMasterMk cId="2563290246" sldId="2147483672"/>
        </pc:sldMasterMkLst>
        <pc:sldLayoutChg chg="add del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3680850267" sldId="2147483673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2085625857" sldId="2147483674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792916110" sldId="2147483675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1133613065" sldId="2147483676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2551811166" sldId="2147483677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4189503260" sldId="2147483678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3393461920" sldId="2147483679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3442819256" sldId="2147483680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2335064558" sldId="2147483681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72996706" sldId="2147483682"/>
          </pc:sldLayoutMkLst>
        </pc:sldLayoutChg>
        <pc:sldLayoutChg chg="add del replId">
          <pc:chgData name="Rin Hwang" userId="91cc904d50053a91" providerId="LiveId" clId="{3A381AA3-BCBE-4689-9457-40C3D786D725}" dt="2026-10-21T01:19:23.129" v="3" actId="26606"/>
          <pc:sldLayoutMkLst>
            <pc:docMk/>
            <pc:sldMasterMk cId="2563290246" sldId="2147483672"/>
            <pc:sldLayoutMk cId="2966861442" sldId="2147483683"/>
          </pc:sldLayoutMkLst>
        </pc:sldLayoutChg>
      </pc:sldMasterChg>
      <pc:sldMasterChg chg="add del addSldLayout delSldLayout">
        <pc:chgData name="Rin Hwang" userId="91cc904d50053a91" providerId="LiveId" clId="{3A381AA3-BCBE-4689-9457-40C3D786D725}" dt="2026-10-21T01:19:41.448" v="7" actId="26606"/>
        <pc:sldMasterMkLst>
          <pc:docMk/>
          <pc:sldMasterMk cId="4100790174" sldId="2147483698"/>
        </pc:sldMasterMkLst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681445908" sldId="2147483687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1226541027" sldId="2147483688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3819681087" sldId="2147483689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965725164" sldId="2147483690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1119638100" sldId="2147483691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3294370229" sldId="2147483692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3232048122" sldId="2147483693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2827169386" sldId="2147483694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2834591146" sldId="2147483695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2274779554" sldId="2147483696"/>
          </pc:sldLayoutMkLst>
        </pc:sldLayoutChg>
        <pc:sldLayoutChg chg="add del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698"/>
            <pc:sldLayoutMk cId="1823724209" sldId="2147483697"/>
          </pc:sldLayoutMkLst>
        </pc:sldLayoutChg>
      </pc:sldMasterChg>
      <pc:sldMasterChg chg="add addSldLayout">
        <pc:chgData name="Rin Hwang" userId="91cc904d50053a91" providerId="LiveId" clId="{3A381AA3-BCBE-4689-9457-40C3D786D725}" dt="2026-10-21T01:19:41.448" v="7" actId="26606"/>
        <pc:sldMasterMkLst>
          <pc:docMk/>
          <pc:sldMasterMk cId="4100790174" sldId="2147483738"/>
        </pc:sldMasterMkLst>
        <pc:sldLayoutChg chg="add">
          <pc:chgData name="Rin Hwang" userId="91cc904d50053a91" providerId="LiveId" clId="{3A381AA3-BCBE-4689-9457-40C3D786D725}" dt="2026-10-21T01:19:41.448" v="7" actId="26606"/>
          <pc:sldLayoutMkLst>
            <pc:docMk/>
            <pc:sldMasterMk cId="4100790174" sldId="2147483738"/>
            <pc:sldLayoutMk cId="3232048122" sldId="2147483737"/>
          </pc:sldLayoutMkLst>
        </pc:sldLayoutChg>
      </pc:sldMasterChg>
      <pc:sldMasterChg chg="modSldLayout">
        <pc:chgData name="Rin Hwang" userId="91cc904d50053a91" providerId="LiveId" clId="{3A381AA3-BCBE-4689-9457-40C3D786D725}" dt="2026-10-21T17:52:41.442" v="66"/>
        <pc:sldMasterMkLst>
          <pc:docMk/>
          <pc:sldMasterMk cId="1182291702" sldId="2147483767"/>
        </pc:sldMasterMkLst>
        <pc:sldLayoutChg chg="delSp">
          <pc:chgData name="Rin Hwang" userId="91cc904d50053a91" providerId="LiveId" clId="{3A381AA3-BCBE-4689-9457-40C3D786D725}" dt="2026-10-21T17:52:41.442" v="66"/>
          <pc:sldLayoutMkLst>
            <pc:docMk/>
            <pc:sldMasterMk cId="1182291702" sldId="2147483767"/>
            <pc:sldLayoutMk cId="395611959" sldId="2147483795"/>
          </pc:sldLayoutMkLst>
          <pc:picChg chg="del">
            <ac:chgData name="Rin Hwang" userId="91cc904d50053a91" providerId="LiveId" clId="{3A381AA3-BCBE-4689-9457-40C3D786D725}" dt="2026-10-21T17:52:41.442" v="66"/>
            <ac:picMkLst>
              <pc:docMk/>
              <pc:sldMasterMk cId="1182291702" sldId="2147483767"/>
              <pc:sldLayoutMk cId="395611959" sldId="2147483795"/>
              <ac:picMk id="6" creationId="{D09BF41B-6D10-9A6E-03E4-5E7320A61DFA}"/>
            </ac:picMkLst>
          </pc:picChg>
        </pc:sldLayoutChg>
      </pc:sldMasterChg>
      <pc:sldMasterChg chg="modSldLayout">
        <pc:chgData name="Rin Hwang" userId="91cc904d50053a91" providerId="LiveId" clId="{3A381AA3-BCBE-4689-9457-40C3D786D725}" dt="2026-10-21T17:52:45.862" v="67"/>
        <pc:sldMasterMkLst>
          <pc:docMk/>
          <pc:sldMasterMk cId="2991075336" sldId="2147483796"/>
        </pc:sldMasterMkLst>
        <pc:sldLayoutChg chg="delSp">
          <pc:chgData name="Rin Hwang" userId="91cc904d50053a91" providerId="LiveId" clId="{3A381AA3-BCBE-4689-9457-40C3D786D725}" dt="2026-10-21T17:52:45.862" v="67"/>
          <pc:sldLayoutMkLst>
            <pc:docMk/>
            <pc:sldMasterMk cId="2991075336" sldId="2147483796"/>
            <pc:sldLayoutMk cId="1538272135" sldId="2147483808"/>
          </pc:sldLayoutMkLst>
          <pc:spChg chg="del">
            <ac:chgData name="Rin Hwang" userId="91cc904d50053a91" providerId="LiveId" clId="{3A381AA3-BCBE-4689-9457-40C3D786D725}" dt="2026-10-21T17:52:45.862" v="67"/>
            <ac:spMkLst>
              <pc:docMk/>
              <pc:sldMasterMk cId="2991075336" sldId="2147483796"/>
              <pc:sldLayoutMk cId="1538272135" sldId="2147483808"/>
              <ac:spMk id="7" creationId="{81E2FA06-E5C3-D198-C671-6904474CEDDF}"/>
            </ac:spMkLst>
          </pc:spChg>
          <pc:spChg chg="del">
            <ac:chgData name="Rin Hwang" userId="91cc904d50053a91" providerId="LiveId" clId="{3A381AA3-BCBE-4689-9457-40C3D786D725}" dt="2026-10-21T17:52:45.862" v="67"/>
            <ac:spMkLst>
              <pc:docMk/>
              <pc:sldMasterMk cId="2991075336" sldId="2147483796"/>
              <pc:sldLayoutMk cId="1538272135" sldId="2147483808"/>
              <ac:spMk id="37" creationId="{CF023FE7-CB68-3594-7BD8-CC9A00255EA6}"/>
            </ac:spMkLst>
          </pc:spChg>
          <pc:grpChg chg="del">
            <ac:chgData name="Rin Hwang" userId="91cc904d50053a91" providerId="LiveId" clId="{3A381AA3-BCBE-4689-9457-40C3D786D725}" dt="2026-10-21T17:52:45.862" v="67"/>
            <ac:grpSpMkLst>
              <pc:docMk/>
              <pc:sldMasterMk cId="2991075336" sldId="2147483796"/>
              <pc:sldLayoutMk cId="1538272135" sldId="2147483808"/>
              <ac:grpSpMk id="10" creationId="{9202F837-F353-1001-95F9-2AF03EA5942C}"/>
            </ac:grpSpMkLst>
          </pc:grpChg>
          <pc:grpChg chg="del">
            <ac:chgData name="Rin Hwang" userId="91cc904d50053a91" providerId="LiveId" clId="{3A381AA3-BCBE-4689-9457-40C3D786D725}" dt="2026-10-21T17:52:45.862" v="67"/>
            <ac:grpSpMkLst>
              <pc:docMk/>
              <pc:sldMasterMk cId="2991075336" sldId="2147483796"/>
              <pc:sldLayoutMk cId="1538272135" sldId="2147483808"/>
              <ac:grpSpMk id="29" creationId="{46C50597-E383-5995-45AF-46A4F39D2D38}"/>
            </ac:grpSpMkLst>
          </pc:grpChg>
        </pc:sldLayoutChg>
      </pc:sldMasterChg>
      <pc:sldMasterChg chg="modSldLayout">
        <pc:chgData name="Rin Hwang" userId="91cc904d50053a91" providerId="LiveId" clId="{3A381AA3-BCBE-4689-9457-40C3D786D725}" dt="2026-10-21T17:53:12.044" v="69"/>
        <pc:sldMasterMkLst>
          <pc:docMk/>
          <pc:sldMasterMk cId="2554537068" sldId="2147483839"/>
        </pc:sldMasterMkLst>
        <pc:sldLayoutChg chg="delSp">
          <pc:chgData name="Rin Hwang" userId="91cc904d50053a91" providerId="LiveId" clId="{3A381AA3-BCBE-4689-9457-40C3D786D725}" dt="2026-10-21T17:53:12.044" v="69"/>
          <pc:sldLayoutMkLst>
            <pc:docMk/>
            <pc:sldMasterMk cId="2554537068" sldId="2147483839"/>
            <pc:sldLayoutMk cId="1044783663" sldId="2147483851"/>
          </pc:sldLayoutMkLst>
          <pc:cxnChg chg="del">
            <ac:chgData name="Rin Hwang" userId="91cc904d50053a91" providerId="LiveId" clId="{3A381AA3-BCBE-4689-9457-40C3D786D725}" dt="2026-10-21T17:53:12.044" v="69"/>
            <ac:cxnSpMkLst>
              <pc:docMk/>
              <pc:sldMasterMk cId="2554537068" sldId="2147483839"/>
              <pc:sldLayoutMk cId="1044783663" sldId="2147483851"/>
              <ac:cxnSpMk id="8" creationId="{3C1F8589-B640-4540-D0AD-2B0461CD340F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F4818-E8A5-4832-B4D5-D63131BF5045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30255-012E-4712-A385-1C55A10E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2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30255-012E-4712-A385-1C55A10EF5F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8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2B91-CFBB-829B-D176-3AF5E3EE7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6FF7A-EBAF-0489-6E7F-526AFAEF0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3B74E-BA6A-35EC-A13A-17DFB4AB6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A5838-3D96-28A3-CA58-21A3B1581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930255-012E-4712-A385-1C55A10EF5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3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5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7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4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3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9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1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6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4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68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73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9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  <p:sldLayoutId id="2147484019" r:id="rId6"/>
    <p:sldLayoutId id="2147484020" r:id="rId7"/>
    <p:sldLayoutId id="2147484021" r:id="rId8"/>
    <p:sldLayoutId id="2147484022" r:id="rId9"/>
    <p:sldLayoutId id="2147484023" r:id="rId10"/>
    <p:sldLayoutId id="2147484024" r:id="rId11"/>
    <p:sldLayoutId id="2147484025" r:id="rId12"/>
    <p:sldLayoutId id="21474840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stockphoto.com/photos/market-research" TargetMode="External"/><Relationship Id="rId3" Type="http://schemas.openxmlformats.org/officeDocument/2006/relationships/hyperlink" Target="https://planning.maryland.gov/MSDC/SiteAssets/Census_Estimates/Age-Race-Sex/Census_EST_ARS.aspx" TargetMode="External"/><Relationship Id="rId7" Type="http://schemas.openxmlformats.org/officeDocument/2006/relationships/hyperlink" Target="https://stock.adobe.com/search?k=graphs" TargetMode="External"/><Relationship Id="rId2" Type="http://schemas.openxmlformats.org/officeDocument/2006/relationships/hyperlink" Target="https://labor.maryland.gov/lmi/wage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vecteezy.com/free-photos/statistical-analysis" TargetMode="External"/><Relationship Id="rId5" Type="http://schemas.openxmlformats.org/officeDocument/2006/relationships/hyperlink" Target="https://www.istockphoto.com/illustrations/different-occupations" TargetMode="External"/><Relationship Id="rId4" Type="http://schemas.openxmlformats.org/officeDocument/2006/relationships/hyperlink" Target="https://en.wikipedia.org/wiki/Flag_of_Maryla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C512124-0D13-4ED9-80B7-52AE15B6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The image depicts a flag featuring a black and white checkerboard pattern with a central cross.&#10;&#10;AI-generated content may be incorrect.">
            <a:extLst>
              <a:ext uri="{FF2B5EF4-FFF2-40B4-BE49-F238E27FC236}">
                <a16:creationId xmlns:a16="http://schemas.microsoft.com/office/drawing/2014/main" id="{9DEB745F-7377-1CC0-DF1E-37AF83AD76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1" r="1" b="66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F17E00-D2E0-1929-12DA-17F80B77F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7" y="758952"/>
            <a:ext cx="9354313" cy="37947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500" spc="-100" dirty="0">
                <a:ln w="15875">
                  <a:solidFill>
                    <a:srgbClr val="FFFFFF"/>
                  </a:solidFill>
                </a:ln>
                <a:solidFill>
                  <a:schemeClr val="tx1"/>
                </a:solidFill>
              </a:rPr>
              <a:t>Analyzing Occupational Wage Gaps Across Maryland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EF739-814C-9B67-6392-B22009CA3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1419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Rin Hwang </a:t>
            </a:r>
          </a:p>
          <a:p>
            <a:r>
              <a:rPr lang="en-US" sz="2800" dirty="0">
                <a:solidFill>
                  <a:schemeClr val="tx1"/>
                </a:solidFill>
              </a:rPr>
              <a:t>DATA 205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ABACDC-BD54-40F3-9047-8298C77C2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76CB7CA-05C2-4EE8-A97F-B5F3A4F89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144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DC4F84-175A-4AB1-916C-1E5796E1E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3,300+ Different Occupations Illustrations - iStock">
            <a:extLst>
              <a:ext uri="{FF2B5EF4-FFF2-40B4-BE49-F238E27FC236}">
                <a16:creationId xmlns:a16="http://schemas.microsoft.com/office/drawing/2014/main" id="{E8F83228-C378-1941-F866-15F766C8C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18178" b="11509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0BB405D-C7BF-795A-BDB7-51880123A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58" y="1575054"/>
            <a:ext cx="4011930" cy="36987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dirty="0">
                <a:ln w="15875">
                  <a:solidFill>
                    <a:srgbClr val="FFFFFF"/>
                  </a:solidFill>
                </a:ln>
                <a:solidFill>
                  <a:schemeClr val="tx1"/>
                </a:solidFill>
              </a:rPr>
              <a:t>Core Research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FCE75-38F5-B3A9-9DBF-B85D5E7A0F6D}"/>
              </a:ext>
            </a:extLst>
          </p:cNvPr>
          <p:cNvSpPr txBox="1"/>
          <p:nvPr/>
        </p:nvSpPr>
        <p:spPr>
          <a:xfrm>
            <a:off x="4800600" y="489204"/>
            <a:ext cx="6813041" cy="5811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defTabSz="914400">
              <a:lnSpc>
                <a:spcPct val="90000"/>
              </a:lnSpc>
              <a:buClr>
                <a:schemeClr val="accent1"/>
              </a:buClr>
            </a:pPr>
            <a:r>
              <a:rPr lang="en-US" sz="3200" b="1" dirty="0"/>
              <a:t>How does geographic location penalize wages for identical occupations across Maryland’s workforce area, and how do these penalties correlate with local resident demographics?</a:t>
            </a:r>
          </a:p>
          <a:p>
            <a:pPr indent="-182880" defTabSz="914400">
              <a:lnSpc>
                <a:spcPct val="90000"/>
              </a:lnSpc>
              <a:buClr>
                <a:schemeClr val="accent1"/>
              </a:buClr>
              <a:buFont typeface="Wingdings 2" pitchFamily="18" charset="2"/>
              <a:buChar char=""/>
            </a:pPr>
            <a:endParaRPr lang="en-US" sz="3200" dirty="0"/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dirty="0"/>
              <a:t>Which areas pay above or below the statewide baseline for the same work? </a:t>
            </a:r>
          </a:p>
          <a:p>
            <a:pPr marL="10287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3200" dirty="0"/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dirty="0"/>
              <a:t>How big is the pay difference for identical job titles? </a:t>
            </a:r>
          </a:p>
          <a:p>
            <a:pPr marL="10287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3200" dirty="0"/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dirty="0"/>
              <a:t>Do frontline service workers take the same percentage wage hit as high earners? </a:t>
            </a:r>
          </a:p>
          <a:p>
            <a:pPr marL="10287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3200" dirty="0"/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3200" dirty="0"/>
              <a:t>Are wage penalties concentrated in rural labor areas or communities with higher minority populations?</a:t>
            </a:r>
          </a:p>
        </p:txBody>
      </p:sp>
    </p:spTree>
    <p:extLst>
      <p:ext uri="{BB962C8B-B14F-4D97-AF65-F5344CB8AC3E}">
        <p14:creationId xmlns:p14="http://schemas.microsoft.com/office/powerpoint/2010/main" val="1353793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CC3A5-F137-429B-B426-35D5F310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DC4F84-175A-4AB1-916C-1E5796E1E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tatistical Analysis Stock Photos, Images and Backgrounds for Free Download">
            <a:extLst>
              <a:ext uri="{FF2B5EF4-FFF2-40B4-BE49-F238E27FC236}">
                <a16:creationId xmlns:a16="http://schemas.microsoft.com/office/drawing/2014/main" id="{0B496B1C-1484-F556-D9CC-BD712A5B1A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3111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4B294A14-7670-5AF4-DF39-38CFFB56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88" y="1123836"/>
            <a:ext cx="3051113" cy="4601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Datasets, Analysis and Modeling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AA7C7A-92D6-520A-89CB-BAA809FF7AA7}"/>
              </a:ext>
            </a:extLst>
          </p:cNvPr>
          <p:cNvSpPr txBox="1"/>
          <p:nvPr/>
        </p:nvSpPr>
        <p:spPr>
          <a:xfrm>
            <a:off x="3869268" y="320040"/>
            <a:ext cx="7913644" cy="6373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Datasets (2): 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“2025 Occupational Employment &amp; Wage Statistics” </a:t>
            </a:r>
          </a:p>
          <a:p>
            <a:pPr marL="80010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Maryland Department of Labor, Division of Workforce Development and Adult Learning</a:t>
            </a:r>
          </a:p>
          <a:p>
            <a:pPr marL="617220"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/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“Annual Estimates of the Resident Population by Demographic Characteristics for Maryland Jurisdictions” </a:t>
            </a:r>
          </a:p>
          <a:p>
            <a:pPr marL="80010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Maryland Department of Planning, State Data and Analysis Center </a:t>
            </a:r>
          </a:p>
          <a:p>
            <a:pPr marL="617220"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/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Multiple Linear Regression</a:t>
            </a:r>
          </a:p>
          <a:p>
            <a:pPr marL="80010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Using location dummy variables to get a numerical penalty</a:t>
            </a:r>
          </a:p>
          <a:p>
            <a:pPr marL="617220"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/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Two-Way ANOVA</a:t>
            </a:r>
          </a:p>
          <a:p>
            <a:pPr marL="80010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Testing whether wage gaps vary significantly across occupations and locations</a:t>
            </a:r>
          </a:p>
          <a:p>
            <a:pPr marL="617220" lvl="1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400" dirty="0"/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Logistic Regression </a:t>
            </a:r>
          </a:p>
          <a:p>
            <a:pPr marL="80010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sz="2400" dirty="0"/>
              <a:t>Are frontline workers being disproportionally affected by wage gaps?</a:t>
            </a:r>
          </a:p>
        </p:txBody>
      </p:sp>
    </p:spTree>
    <p:extLst>
      <p:ext uri="{BB962C8B-B14F-4D97-AF65-F5344CB8AC3E}">
        <p14:creationId xmlns:p14="http://schemas.microsoft.com/office/powerpoint/2010/main" val="4108488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DC4F84-175A-4AB1-916C-1E5796E1E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s Images – Browse 8,133,662 Stock Photos, Vectors, and Video | Adobe  Stock">
            <a:extLst>
              <a:ext uri="{FF2B5EF4-FFF2-40B4-BE49-F238E27FC236}">
                <a16:creationId xmlns:a16="http://schemas.microsoft.com/office/drawing/2014/main" id="{6E799DA8-3A5D-B03A-1EEA-F0878D8A35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r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BA774A3-F66B-586C-0376-C379579B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51113" cy="460118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Planned Visuals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BA3D217-0288-9267-CBAB-76A92EDEC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5572" y="699506"/>
            <a:ext cx="7315200" cy="6158484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Geographic Map of Wage Penalties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Maryland state map to show severity of wage penalties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Colored scaled shaded counties (choropleth), the darker the steeper the wage penalty is</a:t>
            </a:r>
          </a:p>
          <a:p>
            <a:pPr marL="502920" lvl="1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Correlations of Demographics Scatterplots 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Equity patterns across communities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Whether communities with higher minority populations face steeper wage penalties</a:t>
            </a:r>
          </a:p>
          <a:p>
            <a:pPr marL="502920" lvl="1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Boxplots of Penalties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Wage penalty distributions grouped across occupations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Is every occupation getting hit with penalties?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Are there certain occupations that are more stable?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pPr lvl="1"/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385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age Gaps in Maryland&#10;&#10;AI-generated content may be incorrect.">
            <a:extLst>
              <a:ext uri="{FF2B5EF4-FFF2-40B4-BE49-F238E27FC236}">
                <a16:creationId xmlns:a16="http://schemas.microsoft.com/office/drawing/2014/main" id="{36B09C78-5E1B-1236-4839-DD9911E08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00" b="6133"/>
          <a:stretch>
            <a:fillRect/>
          </a:stretch>
        </p:blipFill>
        <p:spPr>
          <a:xfrm>
            <a:off x="521208" y="266999"/>
            <a:ext cx="10930128" cy="649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4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104EA-FF61-3FBA-D5ED-65452200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DC4F84-175A-4AB1-916C-1E5796E1E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128,200+ Market Research Stock Photos and Royalty-Free Pictures - iStock">
            <a:extLst>
              <a:ext uri="{FF2B5EF4-FFF2-40B4-BE49-F238E27FC236}">
                <a16:creationId xmlns:a16="http://schemas.microsoft.com/office/drawing/2014/main" id="{9A361153-8C61-C9B3-0B32-BC0013FF91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t="3464" b="1226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BB50317C-3274-77A4-3E89-D0992DC0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051113" cy="460118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Milestones and Potential Risks 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786586B4-4406-A13B-2148-FB477E4F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065" y="607639"/>
            <a:ext cx="7633884" cy="6250361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3500" dirty="0">
                <a:solidFill>
                  <a:schemeClr val="tx1"/>
                </a:solidFill>
              </a:rPr>
              <a:t>Project Progression</a:t>
            </a:r>
          </a:p>
          <a:p>
            <a:pPr lvl="2"/>
            <a:r>
              <a:rPr lang="en-US" sz="2600" dirty="0">
                <a:solidFill>
                  <a:schemeClr val="tx1"/>
                </a:solidFill>
              </a:rPr>
              <a:t>Preparing both datasets by cleaning and wrangling </a:t>
            </a:r>
          </a:p>
          <a:p>
            <a:pPr lvl="2"/>
            <a:r>
              <a:rPr lang="en-US" sz="2600" dirty="0">
                <a:solidFill>
                  <a:schemeClr val="tx1"/>
                </a:solidFill>
              </a:rPr>
              <a:t>Start doing modeling: Run regression and ANOVA models to get baseline regional penalties.</a:t>
            </a:r>
          </a:p>
          <a:p>
            <a:pPr lvl="2"/>
            <a:r>
              <a:rPr lang="en-US" sz="2600" dirty="0">
                <a:solidFill>
                  <a:schemeClr val="tx1"/>
                </a:solidFill>
              </a:rPr>
              <a:t>Merge demographic data, run equity models, and finalize visuals</a:t>
            </a:r>
          </a:p>
          <a:p>
            <a:pPr marL="960120" lvl="2" indent="0">
              <a:buNone/>
            </a:pPr>
            <a:endParaRPr lang="en-US" sz="2600" dirty="0">
              <a:solidFill>
                <a:schemeClr val="tx1"/>
              </a:solidFill>
            </a:endParaRPr>
          </a:p>
          <a:p>
            <a:pPr lvl="1"/>
            <a:r>
              <a:rPr lang="en-US" sz="3500" dirty="0">
                <a:solidFill>
                  <a:schemeClr val="tx1"/>
                </a:solidFill>
              </a:rPr>
              <a:t>Risks and Solutions</a:t>
            </a:r>
          </a:p>
          <a:p>
            <a:pPr lvl="2"/>
            <a:r>
              <a:rPr lang="en-US" sz="2600" dirty="0">
                <a:solidFill>
                  <a:schemeClr val="tx1"/>
                </a:solidFill>
              </a:rPr>
              <a:t>Missing data in rural counties </a:t>
            </a:r>
          </a:p>
          <a:p>
            <a:pPr lvl="3"/>
            <a:r>
              <a:rPr lang="en-US" sz="2200" dirty="0">
                <a:solidFill>
                  <a:schemeClr val="tx1"/>
                </a:solidFill>
              </a:rPr>
              <a:t>Solution: Only comparing specific jobs with enough reported data and using broad career fields whenever a local sample gets too small</a:t>
            </a:r>
          </a:p>
          <a:p>
            <a:pPr lvl="2"/>
            <a:r>
              <a:rPr lang="en-US" sz="2600" dirty="0">
                <a:solidFill>
                  <a:schemeClr val="tx1"/>
                </a:solidFill>
              </a:rPr>
              <a:t>Work location ≠ Residence</a:t>
            </a:r>
          </a:p>
          <a:p>
            <a:pPr lvl="3"/>
            <a:r>
              <a:rPr lang="en-US" sz="2200" dirty="0">
                <a:solidFill>
                  <a:schemeClr val="tx1"/>
                </a:solidFill>
              </a:rPr>
              <a:t>People don’t always live in the same county where they work.</a:t>
            </a:r>
          </a:p>
          <a:p>
            <a:pPr lvl="3"/>
            <a:r>
              <a:rPr lang="en-US" sz="2200" dirty="0">
                <a:solidFill>
                  <a:schemeClr val="tx1"/>
                </a:solidFill>
              </a:rPr>
              <a:t>Solution: Grouping the data into the 13 local workforce areas and focusing only on what local employers pay</a:t>
            </a:r>
          </a:p>
          <a:p>
            <a:pPr lvl="2"/>
            <a:endParaRPr lang="en-US" sz="2400" dirty="0">
              <a:solidFill>
                <a:schemeClr val="tx1"/>
              </a:solidFill>
            </a:endParaRPr>
          </a:p>
          <a:p>
            <a:pPr lvl="2"/>
            <a:endParaRPr lang="en-US" sz="1100" dirty="0">
              <a:solidFill>
                <a:schemeClr val="tx1"/>
              </a:solidFill>
            </a:endParaRPr>
          </a:p>
          <a:p>
            <a:pPr lvl="1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9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CBF12C41-8E9B-4F88-E929-9774ECEEBC38}"/>
              </a:ext>
            </a:extLst>
          </p:cNvPr>
          <p:cNvSpPr txBox="1">
            <a:spLocks/>
          </p:cNvSpPr>
          <p:nvPr/>
        </p:nvSpPr>
        <p:spPr>
          <a:xfrm>
            <a:off x="597342" y="382086"/>
            <a:ext cx="2947482" cy="6074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Sources</a:t>
            </a:r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0CAB830B-F1DD-1EC1-8F30-5F214318EC60}"/>
              </a:ext>
            </a:extLst>
          </p:cNvPr>
          <p:cNvSpPr txBox="1">
            <a:spLocks/>
          </p:cNvSpPr>
          <p:nvPr/>
        </p:nvSpPr>
        <p:spPr>
          <a:xfrm>
            <a:off x="597342" y="989513"/>
            <a:ext cx="10476041" cy="49273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Datasets: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Maryland Department of Labor, Division of Workforce Development and Adult </a:t>
            </a:r>
          </a:p>
          <a:p>
            <a:r>
              <a:rPr lang="en-US" sz="2000" dirty="0">
                <a:solidFill>
                  <a:schemeClr val="tx1"/>
                </a:solidFill>
              </a:rPr>
              <a:t>	Learning. (2025). Maryland occupational employment and wage statistics (OEWS). 	Maryland 	Department of Labor. </a:t>
            </a:r>
            <a:r>
              <a:rPr lang="en-US" sz="2000" dirty="0">
                <a:solidFill>
                  <a:schemeClr val="tx1"/>
                </a:solidFill>
                <a:hlinkClick r:id="rId2"/>
              </a:rPr>
              <a:t>https://labor.maryland.gov/lmi/wages/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Maryland Department of Planning, State Data and Analysis Center. (2025). Annual Estimates of the </a:t>
            </a:r>
          </a:p>
          <a:p>
            <a:r>
              <a:rPr lang="en-US" sz="2000" dirty="0">
                <a:solidFill>
                  <a:schemeClr val="tx1"/>
                </a:solidFill>
              </a:rPr>
              <a:t>	Resident Population by Demographic Characteristics for Maryland Jurisdictions. State of 	Maryland. </a:t>
            </a:r>
            <a:r>
              <a:rPr lang="en-US" sz="2000" dirty="0">
                <a:solidFill>
                  <a:schemeClr val="tx1"/>
                </a:solidFill>
                <a:hlinkClick r:id="rId3"/>
              </a:rPr>
              <a:t>https://planning.maryland.gov/MSDC/SiteAssets/Census_Estimates/Age-Race-	Sex/Census_EST_ARS.aspx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Images: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Slide 1 Flag of Maryland: </a:t>
            </a:r>
            <a:r>
              <a:rPr lang="en-US" sz="2000" dirty="0">
                <a:solidFill>
                  <a:schemeClr val="tx1"/>
                </a:solidFill>
                <a:hlinkClick r:id="rId4"/>
              </a:rPr>
              <a:t>https://en.wikipedia.org/wiki/Flag_of_Maryland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Slide 2 Workers stock image: </a:t>
            </a:r>
            <a:r>
              <a:rPr lang="en-US" sz="2000" dirty="0">
                <a:solidFill>
                  <a:schemeClr val="tx1"/>
                </a:solidFill>
                <a:hlinkClick r:id="rId5"/>
              </a:rPr>
              <a:t>https://www.istockphoto.com/illustrations/different-occupations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Slide 3 Graphs stock image: </a:t>
            </a:r>
            <a:r>
              <a:rPr lang="en-US" sz="2000" dirty="0">
                <a:solidFill>
                  <a:schemeClr val="tx1"/>
                </a:solidFill>
                <a:hlinkClick r:id="rId6"/>
              </a:rPr>
              <a:t>https://www.vecteezy.com/free-photos/statistical-analysis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Slide 4 Graphs stock image: </a:t>
            </a:r>
            <a:r>
              <a:rPr lang="en-US" sz="2000" dirty="0">
                <a:solidFill>
                  <a:schemeClr val="tx1"/>
                </a:solidFill>
                <a:hlinkClick r:id="rId7"/>
              </a:rPr>
              <a:t>https://stock.adobe.com/search?k=graphs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</a:rPr>
              <a:t>Slide 5 Gantt Chart: Created on Canva using template</a:t>
            </a:r>
          </a:p>
          <a:p>
            <a:r>
              <a:rPr lang="en-US" sz="2000" dirty="0">
                <a:solidFill>
                  <a:schemeClr val="tx1"/>
                </a:solidFill>
              </a:rPr>
              <a:t>Slide 6 Computer stock image: </a:t>
            </a:r>
            <a:r>
              <a:rPr lang="en-US" sz="2000" dirty="0">
                <a:solidFill>
                  <a:schemeClr val="tx1"/>
                </a:solidFill>
                <a:hlinkClick r:id="rId8"/>
              </a:rPr>
              <a:t>https://www.istockphoto.com/photos/market-research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01030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2284</TotalTime>
  <Words>575</Words>
  <Application>Microsoft Office PowerPoint</Application>
  <PresentationFormat>Widescreen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Corbel</vt:lpstr>
      <vt:lpstr>Wingdings 2</vt:lpstr>
      <vt:lpstr>Frame</vt:lpstr>
      <vt:lpstr>Analyzing Occupational Wage Gaps Across Maryland</vt:lpstr>
      <vt:lpstr>Core Research Questions</vt:lpstr>
      <vt:lpstr>Datasets, Analysis and Modeling</vt:lpstr>
      <vt:lpstr>Planned Visuals</vt:lpstr>
      <vt:lpstr>PowerPoint Presentation</vt:lpstr>
      <vt:lpstr>Milestones and Potential Risks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 Hwang</dc:creator>
  <cp:lastModifiedBy>Rin Hwang</cp:lastModifiedBy>
  <cp:revision>1</cp:revision>
  <dcterms:created xsi:type="dcterms:W3CDTF">2026-10-21T01:03:11Z</dcterms:created>
  <dcterms:modified xsi:type="dcterms:W3CDTF">2026-10-22T15:15:54Z</dcterms:modified>
</cp:coreProperties>
</file>